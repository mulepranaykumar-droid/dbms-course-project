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2C082-198B-A5DD-F871-DF9207AEB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6F8D85-BC7E-7379-AD50-04093B6E77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B6C23-40A4-1833-7E74-FD4330F43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3DBF5-D9C4-47C5-8BDE-92553C8F295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4A28A-96A5-B1ED-0482-5C5DC1639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81043-EC58-6643-3BE3-520A950A5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267A4-5925-4588-8735-0B1CB5536F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4780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56E84-1824-6320-75F4-2013DA781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BF5CB-9CEE-3A40-1C64-F5593E330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82C8D-954A-8040-7BDB-8A0785C2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3DBF5-D9C4-47C5-8BDE-92553C8F295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1DF25-2ABC-AEDA-8D59-DEC6CEA7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93627-334E-C0A8-1388-EA34132E7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267A4-5925-4588-8735-0B1CB5536F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2031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454DF-BB90-8A03-9E10-23689B8B7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74D9B8-DEB4-C880-684B-8E5A7D100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6C72D-78A4-C877-AC8A-5F012A7CE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3DBF5-D9C4-47C5-8BDE-92553C8F295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A73AB-CA22-4E57-6AEA-1532626DA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6B182-BC41-0401-3FC7-F34DB7221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267A4-5925-4588-8735-0B1CB5536F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651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90C5B-79C9-1239-FD36-9C58F8087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669BA-24CC-8EF9-44AF-F0FE3DDECA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B0ED21-1B03-2A60-E249-A6F85AAA76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F913E1-1594-C81C-2FDA-1ADDFE0B3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3DBF5-D9C4-47C5-8BDE-92553C8F295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E95EBF-89FC-5A8E-5C89-8C9661B53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EA635B-7442-9CB1-08A9-CCDC6908E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267A4-5925-4588-8735-0B1CB5536F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1614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1B5D3-8DED-92F0-FAA3-C30A001BA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DBEF51-228F-4119-2090-B7EE066B3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69E9E-8C8C-CB65-CA65-A93C8D0CA3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5B39FA-BB0B-3AC2-73BA-7392189B6D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FD2437-0248-255D-BDF5-7A2B7B02DE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32C37C-A101-7B1A-CB6D-A0178B4D8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3DBF5-D9C4-47C5-8BDE-92553C8F295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4795F6-A580-4B2F-45D0-454A5A29D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5B62E0-8C80-03DE-49AC-28405DDFC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267A4-5925-4588-8735-0B1CB5536F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094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EA4C8-727A-4923-9F79-23C7CBEE5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CEE556-1573-FADC-D359-033C17952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3DBF5-D9C4-47C5-8BDE-92553C8F295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089EBC-76C9-6867-D923-E9AC2E547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B977F6-F3A7-63F2-5D98-3B20C574F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267A4-5925-4588-8735-0B1CB5536F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7749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846D94-05D0-AFF6-A323-306D48C86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3DBF5-D9C4-47C5-8BDE-92553C8F295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F27E21-A3BC-D41A-9BB5-95273DB82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B78E9-F7AF-E5E3-F1A1-173561227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267A4-5925-4588-8735-0B1CB5536F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464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32129-755D-EE39-E3E8-B81BE7DB5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C6CB1-F7EE-1CD8-DBFC-03133D5B9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5CCA9-8620-B693-4636-9320D7590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1A566C-F2BC-7481-C790-B3B8AA78A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3DBF5-D9C4-47C5-8BDE-92553C8F295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7A1FE9-ED12-4228-2804-E0F36380B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7D21B-F1C7-586D-D61B-55EEE91F7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267A4-5925-4588-8735-0B1CB5536F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3389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CDF42-064B-0AC7-499F-89D4218E6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A706D7-93D2-0045-404D-BC93C30A14D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24AB45-25AA-434E-058D-0DFA8C585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926CE0-B11D-EAF5-2657-A6E8826D8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3DBF5-D9C4-47C5-8BDE-92553C8F295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F2E441-53A2-597D-B2A7-4854284D1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9D210F-2CAD-4349-82D3-188BBA663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267A4-5925-4588-8735-0B1CB5536F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0352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EB744-CC05-E69E-36F2-9039E71E9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36790F-4322-756B-AB3F-B954FA42D7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5541AE-7FD4-5EB5-0853-E79EC6E9D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3DBF5-D9C4-47C5-8BDE-92553C8F295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D9131-82DB-9425-F9E6-37CBFBE11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5AC1D-C81C-8D6C-53CE-747D8011F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267A4-5925-4588-8735-0B1CB5536F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7843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7D2AC4-8540-ED88-4945-E5400D8136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BCAF6A-53F9-F341-95E6-08735F55BB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13EE7-1316-DBD6-1BB7-1CBA10363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3DBF5-D9C4-47C5-8BDE-92553C8F295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4BEAF-1963-F15A-5499-0CA43D385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AB076-1EFF-53BE-594B-479576964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267A4-5925-4588-8735-0B1CB5536F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8310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1A6F23-F87C-1B69-55EE-9BA57E227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E7048-F92C-74EE-A20A-2ED70C8D43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7D454-38C3-3C15-FDE8-43AD73E5AD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A3DBF5-D9C4-47C5-8BDE-92553C8F2954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4E7A8-1EC3-3384-9579-09D735354D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34507-7903-3351-FFFB-64DB75FEA8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E267A4-5925-4588-8735-0B1CB5536F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3291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EB176-98B6-0DE8-4CEE-53A639E92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i="1" dirty="0"/>
              <a:t>PPT 3  UI </a:t>
            </a:r>
            <a:endParaRPr lang="en-IN" sz="6600" b="1" i="1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8131A41-2871-D86E-139A-F74B279C3257}"/>
              </a:ext>
            </a:extLst>
          </p:cNvPr>
          <p:cNvSpPr txBox="1">
            <a:spLocks/>
          </p:cNvSpPr>
          <p:nvPr/>
        </p:nvSpPr>
        <p:spPr>
          <a:xfrm>
            <a:off x="659207" y="2346325"/>
            <a:ext cx="10515600" cy="29191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i="1" dirty="0"/>
              <a:t>Name : KAVURU DEVI SRIKAR</a:t>
            </a:r>
          </a:p>
          <a:p>
            <a:pPr algn="ctr"/>
            <a:r>
              <a:rPr lang="en-US" sz="3600" b="1" i="1" dirty="0"/>
              <a:t>Roll No. 25WU0102123</a:t>
            </a:r>
          </a:p>
          <a:p>
            <a:pPr algn="ctr"/>
            <a:r>
              <a:rPr lang="en-US" sz="3600" b="1" i="1" dirty="0"/>
              <a:t>Section : AIML PANTHERS </a:t>
            </a:r>
            <a:endParaRPr lang="en-IN" sz="3600" b="1" i="1" dirty="0"/>
          </a:p>
        </p:txBody>
      </p:sp>
    </p:spTree>
    <p:extLst>
      <p:ext uri="{BB962C8B-B14F-4D97-AF65-F5344CB8AC3E}">
        <p14:creationId xmlns:p14="http://schemas.microsoft.com/office/powerpoint/2010/main" val="3703498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3B7F87-3838-46FF-E9F9-7A0981502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2113"/>
            <a:ext cx="12192000" cy="639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296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5E0AF2-BA29-5D7F-DF4D-3B92004E7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0674"/>
            <a:ext cx="12192000" cy="6436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626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64A6E7-90E9-2915-55DE-779DD9D81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7349"/>
            <a:ext cx="12192000" cy="6403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070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25A23-FEE2-11E5-BB0B-6FB9F33F1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393F8-6F82-5C36-B30F-8262F190DC8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8487F7-E593-32C9-0E5C-88F882EB35D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7D77D3-58CD-0875-CCBB-739AB70E3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5935"/>
            <a:ext cx="12192000" cy="634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251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</Words>
  <Application>Microsoft Office PowerPoint</Application>
  <PresentationFormat>Widescreen</PresentationFormat>
  <Paragraphs>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PPT 3  UI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Atharva Kanojia</dc:creator>
  <cp:lastModifiedBy>Atharva Kanojia</cp:lastModifiedBy>
  <cp:revision>1</cp:revision>
  <dcterms:created xsi:type="dcterms:W3CDTF">2026-10-06T09:09:29Z</dcterms:created>
  <dcterms:modified xsi:type="dcterms:W3CDTF">2026-10-06T09:12:17Z</dcterms:modified>
</cp:coreProperties>
</file>