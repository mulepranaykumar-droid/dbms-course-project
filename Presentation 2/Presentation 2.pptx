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-5" y="-2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bhakar Reddy Mule" userId="1b26913cc536a19b" providerId="LiveId" clId="{3FDEBC9C-B9F5-4272-A274-819EB6E7830C}"/>
    <pc:docChg chg="custSel addSld modSld sldOrd">
      <pc:chgData name="Prabhakar Reddy Mule" userId="1b26913cc536a19b" providerId="LiveId" clId="{3FDEBC9C-B9F5-4272-A274-819EB6E7830C}" dt="2026-10-06T05:05:52.701" v="21"/>
      <pc:docMkLst>
        <pc:docMk/>
      </pc:docMkLst>
      <pc:sldChg chg="modSp mod">
        <pc:chgData name="Prabhakar Reddy Mule" userId="1b26913cc536a19b" providerId="LiveId" clId="{3FDEBC9C-B9F5-4272-A274-819EB6E7830C}" dt="2026-09-21T06:36:31.449" v="7" actId="1076"/>
        <pc:sldMkLst>
          <pc:docMk/>
          <pc:sldMk cId="0" sldId="256"/>
        </pc:sldMkLst>
        <pc:picChg chg="mod">
          <ac:chgData name="Prabhakar Reddy Mule" userId="1b26913cc536a19b" providerId="LiveId" clId="{3FDEBC9C-B9F5-4272-A274-819EB6E7830C}" dt="2026-09-21T06:36:31.449" v="7" actId="1076"/>
          <ac:picMkLst>
            <pc:docMk/>
            <pc:sldMk cId="0" sldId="256"/>
            <ac:picMk id="2" creationId="{00000000-0000-0000-0000-000000000000}"/>
          </ac:picMkLst>
        </pc:picChg>
      </pc:sldChg>
      <pc:sldChg chg="addSp delSp modSp mod">
        <pc:chgData name="Prabhakar Reddy Mule" userId="1b26913cc536a19b" providerId="LiveId" clId="{3FDEBC9C-B9F5-4272-A274-819EB6E7830C}" dt="2026-09-22T07:33:23.946" v="9" actId="931"/>
        <pc:sldMkLst>
          <pc:docMk/>
          <pc:sldMk cId="0" sldId="257"/>
        </pc:sldMkLst>
        <pc:picChg chg="add mod">
          <ac:chgData name="Prabhakar Reddy Mule" userId="1b26913cc536a19b" providerId="LiveId" clId="{3FDEBC9C-B9F5-4272-A274-819EB6E7830C}" dt="2026-09-22T07:33:23.946" v="9" actId="931"/>
          <ac:picMkLst>
            <pc:docMk/>
            <pc:sldMk cId="0" sldId="257"/>
            <ac:picMk id="4" creationId="{8B7FFDCC-38A3-10F5-837F-B049FFB90D5C}"/>
          </ac:picMkLst>
        </pc:picChg>
      </pc:sldChg>
      <pc:sldChg chg="addSp delSp modSp new mod ord">
        <pc:chgData name="Prabhakar Reddy Mule" userId="1b26913cc536a19b" providerId="LiveId" clId="{3FDEBC9C-B9F5-4272-A274-819EB6E7830C}" dt="2026-10-06T05:05:52.701" v="21"/>
        <pc:sldMkLst>
          <pc:docMk/>
          <pc:sldMk cId="904797556" sldId="261"/>
        </pc:sldMkLst>
        <pc:spChg chg="del">
          <ac:chgData name="Prabhakar Reddy Mule" userId="1b26913cc536a19b" providerId="LiveId" clId="{3FDEBC9C-B9F5-4272-A274-819EB6E7830C}" dt="2026-10-06T05:05:08.440" v="11" actId="931"/>
          <ac:spMkLst>
            <pc:docMk/>
            <pc:sldMk cId="904797556" sldId="261"/>
            <ac:spMk id="3" creationId="{F46A2D07-7211-CFFE-A05F-945FEFF19594}"/>
          </ac:spMkLst>
        </pc:spChg>
        <pc:picChg chg="add mod ord">
          <ac:chgData name="Prabhakar Reddy Mule" userId="1b26913cc536a19b" providerId="LiveId" clId="{3FDEBC9C-B9F5-4272-A274-819EB6E7830C}" dt="2026-10-06T05:05:44.547" v="19" actId="14100"/>
          <ac:picMkLst>
            <pc:docMk/>
            <pc:sldMk cId="904797556" sldId="261"/>
            <ac:picMk id="6" creationId="{BF0E18AF-F950-0EE6-4A3F-59B8D336B62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pt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8489" y="-619433"/>
            <a:ext cx="12643978" cy="83010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7FFDCC-38A3-10F5-837F-B049FFB90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pt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pt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2957-5BB3-DDCE-C8E0-527CD32AD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F0E18AF-F950-0EE6-4A3F-59B8D336B62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7835" r="17835"/>
          <a:stretch>
            <a:fillRect/>
          </a:stretch>
        </p:blipFill>
        <p:spPr>
          <a:xfrm>
            <a:off x="0" y="310896"/>
            <a:ext cx="9747504" cy="44166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BB2ED-21F5-5975-E3CA-0D25D04DC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797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pt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Prabhakar Reddy Mule</cp:lastModifiedBy>
  <cp:revision>1</cp:revision>
  <dcterms:created xsi:type="dcterms:W3CDTF">2013-01-27T09:14:16Z</dcterms:created>
  <dcterms:modified xsi:type="dcterms:W3CDTF">2026-10-06T05:05:55Z</dcterms:modified>
  <cp:category/>
</cp:coreProperties>
</file>